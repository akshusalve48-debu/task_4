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kanksha Salve" userId="43bac2a5a0b448ed" providerId="LiveId" clId="{E9F3C13B-AF99-49FE-88C8-48CE940FC012}"/>
    <pc:docChg chg="modSld">
      <pc:chgData name="Akanksha Salve" userId="43bac2a5a0b448ed" providerId="LiveId" clId="{E9F3C13B-AF99-49FE-88C8-48CE940FC012}" dt="2026-02-17T15:12:18.885" v="5" actId="20577"/>
      <pc:docMkLst>
        <pc:docMk/>
      </pc:docMkLst>
      <pc:sldChg chg="modSp mod">
        <pc:chgData name="Akanksha Salve" userId="43bac2a5a0b448ed" providerId="LiveId" clId="{E9F3C13B-AF99-49FE-88C8-48CE940FC012}" dt="2026-02-17T15:12:18.885" v="5" actId="20577"/>
        <pc:sldMkLst>
          <pc:docMk/>
          <pc:sldMk cId="0" sldId="256"/>
        </pc:sldMkLst>
        <pc:spChg chg="mod">
          <ac:chgData name="Akanksha Salve" userId="43bac2a5a0b448ed" providerId="LiveId" clId="{E9F3C13B-AF99-49FE-88C8-48CE940FC012}" dt="2026-02-17T15:12:18.885" v="5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Call Center Sales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Interactive Dashboard using Power BI</a:t>
            </a:r>
          </a:p>
          <a:p>
            <a:r>
              <a:rPr dirty="0"/>
              <a:t>Akanksha</a:t>
            </a:r>
            <a:r>
              <a:rPr lang="en-US" dirty="0"/>
              <a:t> Salve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overall call center performance</a:t>
            </a:r>
          </a:p>
          <a:p>
            <a:pPr lvl="1"/>
            <a:r>
              <a:t>Track sales conversion efficiency</a:t>
            </a:r>
          </a:p>
          <a:p>
            <a:pPr lvl="1"/>
            <a:r>
              <a:t>Measure agent productivity</a:t>
            </a:r>
          </a:p>
          <a:p>
            <a:pPr lvl="1"/>
            <a:r>
              <a:t>Support data-driven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AgentID – Unique agent identifier</a:t>
            </a:r>
          </a:p>
          <a:p>
            <a:pPr lvl="1"/>
            <a:r>
              <a:t>Agent_Name – Name of the agent</a:t>
            </a:r>
          </a:p>
          <a:p>
            <a:pPr lvl="1"/>
            <a:r>
              <a:t>CallID – Unique call record</a:t>
            </a:r>
          </a:p>
          <a:p>
            <a:pPr lvl="1"/>
            <a:r>
              <a:t>CustomerID – Customer identifier</a:t>
            </a:r>
          </a:p>
          <a:p>
            <a:pPr lvl="1"/>
            <a:r>
              <a:t>PickedUp – 0 = No, 1 = Yes</a:t>
            </a:r>
          </a:p>
          <a:p>
            <a:pPr lvl="1"/>
            <a:r>
              <a:t>Duration – Call duration (seconds)</a:t>
            </a:r>
          </a:p>
          <a:p>
            <a:pPr lvl="1"/>
            <a:r>
              <a:t>ProductSold – 0 = No, 1 = Yes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Calls – Total number of calls handled</a:t>
            </a:r>
          </a:p>
          <a:p>
            <a:pPr lvl="1"/>
            <a:r>
              <a:t>Pickup Rate % – Answered calls / Total calls</a:t>
            </a:r>
          </a:p>
          <a:p>
            <a:pPr lvl="1"/>
            <a:r>
              <a:t>Conversion Rate % – Sales / Picked calls</a:t>
            </a:r>
          </a:p>
          <a:p>
            <a:pPr lvl="1"/>
            <a:r>
              <a:t>Average Call Duration – Mean duration per call</a:t>
            </a:r>
          </a:p>
          <a:p>
            <a:pPr lvl="1"/>
            <a:r>
              <a:t>Total Sales – Total successful product sales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KPI summary cards</a:t>
            </a:r>
          </a:p>
          <a:p>
            <a:pPr lvl="1"/>
            <a:r>
              <a:t>Agent-wise performance comparison</a:t>
            </a:r>
          </a:p>
          <a:p>
            <a:pPr lvl="1"/>
            <a:r>
              <a:t>Sales vs Duration analysis</a:t>
            </a:r>
          </a:p>
          <a:p>
            <a:pPr lvl="1"/>
            <a:r>
              <a:t>Interactive slicers and filters</a:t>
            </a:r>
          </a:p>
          <a:p>
            <a:pPr lvl="1"/>
            <a:r>
              <a:t>Multi-page navigation 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Pickup rate shows operational responsiveness</a:t>
            </a:r>
          </a:p>
          <a:p>
            <a:pPr lvl="1"/>
            <a:r>
              <a:t>Conversion rate highlights sales effectiveness</a:t>
            </a:r>
          </a:p>
          <a:p>
            <a:pPr lvl="1"/>
            <a:r>
              <a:t>Some agents outperform others in total sales</a:t>
            </a:r>
          </a:p>
          <a:p>
            <a:pPr lvl="1"/>
            <a:r>
              <a:t>Longer calls tend to increase conversion probability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Provide training for low-conversion agents</a:t>
            </a:r>
          </a:p>
          <a:p>
            <a:pPr lvl="1"/>
            <a:r>
              <a:t>Encourage optimal call duration strategy</a:t>
            </a:r>
          </a:p>
          <a:p>
            <a:pPr lvl="1"/>
            <a:r>
              <a:t>Reward top-performing agents</a:t>
            </a:r>
          </a:p>
          <a:p>
            <a:pPr lvl="1"/>
            <a:r>
              <a:t>Reduce missed calls to improve revenue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 provides visibility into performance</a:t>
            </a:r>
          </a:p>
          <a:p>
            <a:pPr lvl="1"/>
            <a:r>
              <a:t>Helps identify improvement opportunities</a:t>
            </a:r>
          </a:p>
          <a:p>
            <a:pPr lvl="1"/>
            <a:r>
              <a:t>Supports strategic and operational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On-screen Show (4:3)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Call Center Sales Performance Dashboard</vt:lpstr>
      <vt:lpstr>Business Objective</vt:lpstr>
      <vt:lpstr>Dataset Overview</vt:lpstr>
      <vt:lpstr>Key Performance Indicators (KPIs)</vt:lpstr>
      <vt:lpstr>Dashboard Features</vt:lpstr>
      <vt:lpstr>Key Insights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Akanksha Salve</cp:lastModifiedBy>
  <cp:revision>1</cp:revision>
  <dcterms:created xsi:type="dcterms:W3CDTF">2013-01-27T09:14:16Z</dcterms:created>
  <dcterms:modified xsi:type="dcterms:W3CDTF">2026-02-17T15:12:34Z</dcterms:modified>
  <cp:category/>
</cp:coreProperties>
</file>